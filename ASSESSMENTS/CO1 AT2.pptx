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9" r:id="rId3"/>
    <p:sldId id="277" r:id="rId4"/>
    <p:sldId id="279" r:id="rId5"/>
    <p:sldId id="275" r:id="rId6"/>
    <p:sldId id="274" r:id="rId7"/>
    <p:sldId id="278" r:id="rId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6466EA-DCA3-46E0-AD83-E8AB41FCA511}" v="24" dt="2026-07-15T05:56:05.34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67" autoAdjust="0"/>
    <p:restoredTop sz="94660"/>
  </p:normalViewPr>
  <p:slideViewPr>
    <p:cSldViewPr>
      <p:cViewPr varScale="1">
        <p:scale>
          <a:sx n="84" d="100"/>
          <a:sy n="84" d="100"/>
        </p:scale>
        <p:origin x="845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yalakondahimavath999@outlook.com" userId="adf4c9f98c48df4c" providerId="LiveId" clId="{2E718059-AB46-47FA-9A4B-D279DA837184}"/>
    <pc:docChg chg="undo custSel addSld delSld modSld sldOrd">
      <pc:chgData name="nyalakondahimavath999@outlook.com" userId="adf4c9f98c48df4c" providerId="LiveId" clId="{2E718059-AB46-47FA-9A4B-D279DA837184}" dt="2026-07-15T05:57:03.194" v="583" actId="207"/>
      <pc:docMkLst>
        <pc:docMk/>
      </pc:docMkLst>
      <pc:sldChg chg="delSp modSp mod">
        <pc:chgData name="nyalakondahimavath999@outlook.com" userId="adf4c9f98c48df4c" providerId="LiveId" clId="{2E718059-AB46-47FA-9A4B-D279DA837184}" dt="2026-07-15T05:06:13.584" v="533"/>
        <pc:sldMkLst>
          <pc:docMk/>
          <pc:sldMk cId="0" sldId="256"/>
        </pc:sldMkLst>
        <pc:spChg chg="mod">
          <ac:chgData name="nyalakondahimavath999@outlook.com" userId="adf4c9f98c48df4c" providerId="LiveId" clId="{2E718059-AB46-47FA-9A4B-D279DA837184}" dt="2026-07-15T04:54:13.155" v="525" actId="207"/>
          <ac:spMkLst>
            <pc:docMk/>
            <pc:sldMk cId="0" sldId="256"/>
            <ac:spMk id="2" creationId="{00000000-0000-0000-0000-000000000000}"/>
          </ac:spMkLst>
        </pc:spChg>
        <pc:spChg chg="mod">
          <ac:chgData name="nyalakondahimavath999@outlook.com" userId="adf4c9f98c48df4c" providerId="LiveId" clId="{2E718059-AB46-47FA-9A4B-D279DA837184}" dt="2026-07-15T04:54:08.341" v="524" actId="207"/>
          <ac:spMkLst>
            <pc:docMk/>
            <pc:sldMk cId="0" sldId="256"/>
            <ac:spMk id="5" creationId="{00000000-0000-0000-0000-000000000000}"/>
          </ac:spMkLst>
        </pc:spChg>
        <pc:spChg chg="del mod">
          <ac:chgData name="nyalakondahimavath999@outlook.com" userId="adf4c9f98c48df4c" providerId="LiveId" clId="{2E718059-AB46-47FA-9A4B-D279DA837184}" dt="2026-07-15T05:06:13.584" v="533"/>
          <ac:spMkLst>
            <pc:docMk/>
            <pc:sldMk cId="0" sldId="256"/>
            <ac:spMk id="7" creationId="{00000000-0000-0000-0000-000000000000}"/>
          </ac:spMkLst>
        </pc:spChg>
      </pc:sldChg>
      <pc:sldChg chg="modSp mod">
        <pc:chgData name="nyalakondahimavath999@outlook.com" userId="adf4c9f98c48df4c" providerId="LiveId" clId="{2E718059-AB46-47FA-9A4B-D279DA837184}" dt="2026-07-15T04:42:20.569" v="285" actId="14100"/>
        <pc:sldMkLst>
          <pc:docMk/>
          <pc:sldMk cId="0" sldId="259"/>
        </pc:sldMkLst>
        <pc:spChg chg="mod">
          <ac:chgData name="nyalakondahimavath999@outlook.com" userId="adf4c9f98c48df4c" providerId="LiveId" clId="{2E718059-AB46-47FA-9A4B-D279DA837184}" dt="2026-07-15T04:14:24.077" v="235" actId="20577"/>
          <ac:spMkLst>
            <pc:docMk/>
            <pc:sldMk cId="0" sldId="259"/>
            <ac:spMk id="2" creationId="{00000000-0000-0000-0000-000000000000}"/>
          </ac:spMkLst>
        </pc:spChg>
        <pc:spChg chg="mod">
          <ac:chgData name="nyalakondahimavath999@outlook.com" userId="adf4c9f98c48df4c" providerId="LiveId" clId="{2E718059-AB46-47FA-9A4B-D279DA837184}" dt="2026-07-15T04:42:20.569" v="285" actId="14100"/>
          <ac:spMkLst>
            <pc:docMk/>
            <pc:sldMk cId="0" sldId="259"/>
            <ac:spMk id="9" creationId="{09C2D191-0F2A-7828-A0C7-C7EFCDD73016}"/>
          </ac:spMkLst>
        </pc:spChg>
      </pc:sldChg>
      <pc:sldChg chg="del">
        <pc:chgData name="nyalakondahimavath999@outlook.com" userId="adf4c9f98c48df4c" providerId="LiveId" clId="{2E718059-AB46-47FA-9A4B-D279DA837184}" dt="2026-07-15T04:12:02.058" v="174" actId="47"/>
        <pc:sldMkLst>
          <pc:docMk/>
          <pc:sldMk cId="0" sldId="263"/>
        </pc:sldMkLst>
      </pc:sldChg>
      <pc:sldChg chg="del">
        <pc:chgData name="nyalakondahimavath999@outlook.com" userId="adf4c9f98c48df4c" providerId="LiveId" clId="{2E718059-AB46-47FA-9A4B-D279DA837184}" dt="2026-07-15T04:12:00.658" v="168" actId="47"/>
        <pc:sldMkLst>
          <pc:docMk/>
          <pc:sldMk cId="0" sldId="270"/>
        </pc:sldMkLst>
      </pc:sldChg>
      <pc:sldChg chg="del">
        <pc:chgData name="nyalakondahimavath999@outlook.com" userId="adf4c9f98c48df4c" providerId="LiveId" clId="{2E718059-AB46-47FA-9A4B-D279DA837184}" dt="2026-07-15T04:12:00.358" v="167" actId="47"/>
        <pc:sldMkLst>
          <pc:docMk/>
          <pc:sldMk cId="0" sldId="271"/>
        </pc:sldMkLst>
      </pc:sldChg>
      <pc:sldChg chg="del">
        <pc:chgData name="nyalakondahimavath999@outlook.com" userId="adf4c9f98c48df4c" providerId="LiveId" clId="{2E718059-AB46-47FA-9A4B-D279DA837184}" dt="2026-07-15T04:12:01.924" v="173" actId="47"/>
        <pc:sldMkLst>
          <pc:docMk/>
          <pc:sldMk cId="3545912280" sldId="272"/>
        </pc:sldMkLst>
      </pc:sldChg>
      <pc:sldChg chg="delSp modSp mod">
        <pc:chgData name="nyalakondahimavath999@outlook.com" userId="adf4c9f98c48df4c" providerId="LiveId" clId="{2E718059-AB46-47FA-9A4B-D279DA837184}" dt="2026-07-15T04:49:49.157" v="392" actId="20577"/>
        <pc:sldMkLst>
          <pc:docMk/>
          <pc:sldMk cId="1208820235" sldId="274"/>
        </pc:sldMkLst>
        <pc:spChg chg="mod">
          <ac:chgData name="nyalakondahimavath999@outlook.com" userId="adf4c9f98c48df4c" providerId="LiveId" clId="{2E718059-AB46-47FA-9A4B-D279DA837184}" dt="2026-07-15T04:49:49.157" v="392" actId="20577"/>
          <ac:spMkLst>
            <pc:docMk/>
            <pc:sldMk cId="1208820235" sldId="274"/>
            <ac:spMk id="2" creationId="{F513DC5F-436A-2BEA-E7AA-3FD99F2F46FF}"/>
          </ac:spMkLst>
        </pc:spChg>
        <pc:spChg chg="mod">
          <ac:chgData name="nyalakondahimavath999@outlook.com" userId="adf4c9f98c48df4c" providerId="LiveId" clId="{2E718059-AB46-47FA-9A4B-D279DA837184}" dt="2026-07-15T04:48:19.837" v="325" actId="12"/>
          <ac:spMkLst>
            <pc:docMk/>
            <pc:sldMk cId="1208820235" sldId="274"/>
            <ac:spMk id="6" creationId="{26589F2E-4D80-EBC0-8991-526CB40D4A6C}"/>
          </ac:spMkLst>
        </pc:spChg>
        <pc:spChg chg="del mod">
          <ac:chgData name="nyalakondahimavath999@outlook.com" userId="adf4c9f98c48df4c" providerId="LiveId" clId="{2E718059-AB46-47FA-9A4B-D279DA837184}" dt="2026-07-15T04:28:54.960" v="264" actId="478"/>
          <ac:spMkLst>
            <pc:docMk/>
            <pc:sldMk cId="1208820235" sldId="274"/>
            <ac:spMk id="9" creationId="{C5029496-98ED-C43A-178C-1A029A5DE606}"/>
          </ac:spMkLst>
        </pc:spChg>
        <pc:spChg chg="del mod">
          <ac:chgData name="nyalakondahimavath999@outlook.com" userId="adf4c9f98c48df4c" providerId="LiveId" clId="{2E718059-AB46-47FA-9A4B-D279DA837184}" dt="2026-07-15T04:28:54.974" v="266"/>
          <ac:spMkLst>
            <pc:docMk/>
            <pc:sldMk cId="1208820235" sldId="274"/>
            <ac:spMk id="10" creationId="{64A16E4B-6F1C-D502-4C51-F030AE870F18}"/>
          </ac:spMkLst>
        </pc:spChg>
        <pc:picChg chg="del">
          <ac:chgData name="nyalakondahimavath999@outlook.com" userId="adf4c9f98c48df4c" providerId="LiveId" clId="{2E718059-AB46-47FA-9A4B-D279DA837184}" dt="2026-07-15T04:48:03.416" v="321" actId="478"/>
          <ac:picMkLst>
            <pc:docMk/>
            <pc:sldMk cId="1208820235" sldId="274"/>
            <ac:picMk id="2050" creationId="{FC977B83-D322-FC35-8CC1-BDBD8E0361A0}"/>
          </ac:picMkLst>
        </pc:picChg>
      </pc:sldChg>
      <pc:sldChg chg="addSp delSp modSp mod">
        <pc:chgData name="nyalakondahimavath999@outlook.com" userId="adf4c9f98c48df4c" providerId="LiveId" clId="{2E718059-AB46-47FA-9A4B-D279DA837184}" dt="2026-07-15T05:17:46.991" v="535" actId="20577"/>
        <pc:sldMkLst>
          <pc:docMk/>
          <pc:sldMk cId="263508176" sldId="275"/>
        </pc:sldMkLst>
        <pc:spChg chg="mod">
          <ac:chgData name="nyalakondahimavath999@outlook.com" userId="adf4c9f98c48df4c" providerId="LiveId" clId="{2E718059-AB46-47FA-9A4B-D279DA837184}" dt="2026-07-15T05:17:46.991" v="535" actId="20577"/>
          <ac:spMkLst>
            <pc:docMk/>
            <pc:sldMk cId="263508176" sldId="275"/>
            <ac:spMk id="2" creationId="{CB1D2373-A473-25F2-7700-7B206D672657}"/>
          </ac:spMkLst>
        </pc:spChg>
        <pc:spChg chg="add mod">
          <ac:chgData name="nyalakondahimavath999@outlook.com" userId="adf4c9f98c48df4c" providerId="LiveId" clId="{2E718059-AB46-47FA-9A4B-D279DA837184}" dt="2026-07-15T04:47:49.070" v="317" actId="14100"/>
          <ac:spMkLst>
            <pc:docMk/>
            <pc:sldMk cId="263508176" sldId="275"/>
            <ac:spMk id="8" creationId="{FA9ED59F-5492-CD38-FA74-02B75A1C4989}"/>
          </ac:spMkLst>
        </pc:spChg>
        <pc:graphicFrameChg chg="del modGraphic">
          <ac:chgData name="nyalakondahimavath999@outlook.com" userId="adf4c9f98c48df4c" providerId="LiveId" clId="{2E718059-AB46-47FA-9A4B-D279DA837184}" dt="2026-07-15T04:44:49.602" v="300" actId="478"/>
          <ac:graphicFrameMkLst>
            <pc:docMk/>
            <pc:sldMk cId="263508176" sldId="275"/>
            <ac:graphicFrameMk id="6" creationId="{8D9BE585-CD59-DFF4-17D3-FBB2F811FAFE}"/>
          </ac:graphicFrameMkLst>
        </pc:graphicFrameChg>
      </pc:sldChg>
      <pc:sldChg chg="del">
        <pc:chgData name="nyalakondahimavath999@outlook.com" userId="adf4c9f98c48df4c" providerId="LiveId" clId="{2E718059-AB46-47FA-9A4B-D279DA837184}" dt="2026-07-15T04:12:02.242" v="175" actId="47"/>
        <pc:sldMkLst>
          <pc:docMk/>
          <pc:sldMk cId="3844710725" sldId="276"/>
        </pc:sldMkLst>
      </pc:sldChg>
      <pc:sldChg chg="addSp delSp modSp mod ord">
        <pc:chgData name="nyalakondahimavath999@outlook.com" userId="adf4c9f98c48df4c" providerId="LiveId" clId="{2E718059-AB46-47FA-9A4B-D279DA837184}" dt="2026-07-15T05:24:24.119" v="537" actId="255"/>
        <pc:sldMkLst>
          <pc:docMk/>
          <pc:sldMk cId="3891679981" sldId="277"/>
        </pc:sldMkLst>
        <pc:spChg chg="mod">
          <ac:chgData name="nyalakondahimavath999@outlook.com" userId="adf4c9f98c48df4c" providerId="LiveId" clId="{2E718059-AB46-47FA-9A4B-D279DA837184}" dt="2026-07-15T04:50:29.740" v="450" actId="20577"/>
          <ac:spMkLst>
            <pc:docMk/>
            <pc:sldMk cId="3891679981" sldId="277"/>
            <ac:spMk id="2" creationId="{B9A90859-70B5-595C-6612-DF941DC8C7B4}"/>
          </ac:spMkLst>
        </pc:spChg>
        <pc:spChg chg="mod">
          <ac:chgData name="nyalakondahimavath999@outlook.com" userId="adf4c9f98c48df4c" providerId="LiveId" clId="{2E718059-AB46-47FA-9A4B-D279DA837184}" dt="2026-06-25T03:09:09.313" v="161" actId="20577"/>
          <ac:spMkLst>
            <pc:docMk/>
            <pc:sldMk cId="3891679981" sldId="277"/>
            <ac:spMk id="6" creationId="{70F293D3-5340-2A80-0E06-6B96CF2EB64C}"/>
          </ac:spMkLst>
        </pc:spChg>
        <pc:spChg chg="add mod">
          <ac:chgData name="nyalakondahimavath999@outlook.com" userId="adf4c9f98c48df4c" providerId="LiveId" clId="{2E718059-AB46-47FA-9A4B-D279DA837184}" dt="2026-07-15T05:24:24.119" v="537" actId="255"/>
          <ac:spMkLst>
            <pc:docMk/>
            <pc:sldMk cId="3891679981" sldId="277"/>
            <ac:spMk id="9" creationId="{9E24DAE9-D4B8-5CA9-6B6D-BC533F79C884}"/>
          </ac:spMkLst>
        </pc:spChg>
      </pc:sldChg>
      <pc:sldChg chg="modSp add mod">
        <pc:chgData name="nyalakondahimavath999@outlook.com" userId="adf4c9f98c48df4c" providerId="LiveId" clId="{2E718059-AB46-47FA-9A4B-D279DA837184}" dt="2026-07-15T05:52:07.491" v="558" actId="20577"/>
        <pc:sldMkLst>
          <pc:docMk/>
          <pc:sldMk cId="1146138756" sldId="278"/>
        </pc:sldMkLst>
        <pc:spChg chg="mod">
          <ac:chgData name="nyalakondahimavath999@outlook.com" userId="adf4c9f98c48df4c" providerId="LiveId" clId="{2E718059-AB46-47FA-9A4B-D279DA837184}" dt="2026-07-15T05:52:07.491" v="558" actId="20577"/>
          <ac:spMkLst>
            <pc:docMk/>
            <pc:sldMk cId="1146138756" sldId="278"/>
            <ac:spMk id="2" creationId="{5D5D9EEC-8500-D01D-E173-0B6B7C411478}"/>
          </ac:spMkLst>
        </pc:spChg>
        <pc:spChg chg="mod">
          <ac:chgData name="nyalakondahimavath999@outlook.com" userId="adf4c9f98c48df4c" providerId="LiveId" clId="{2E718059-AB46-47FA-9A4B-D279DA837184}" dt="2026-07-15T04:49:18.530" v="333" actId="12"/>
          <ac:spMkLst>
            <pc:docMk/>
            <pc:sldMk cId="1146138756" sldId="278"/>
            <ac:spMk id="6" creationId="{61210B4B-7B72-6D15-5B4A-C20638F87B5F}"/>
          </ac:spMkLst>
        </pc:spChg>
      </pc:sldChg>
      <pc:sldChg chg="del">
        <pc:chgData name="nyalakondahimavath999@outlook.com" userId="adf4c9f98c48df4c" providerId="LiveId" clId="{2E718059-AB46-47FA-9A4B-D279DA837184}" dt="2026-07-15T04:12:01.321" v="170" actId="47"/>
        <pc:sldMkLst>
          <pc:docMk/>
          <pc:sldMk cId="3004196771" sldId="278"/>
        </pc:sldMkLst>
      </pc:sldChg>
      <pc:sldChg chg="addSp delSp modSp add del mod">
        <pc:chgData name="nyalakondahimavath999@outlook.com" userId="adf4c9f98c48df4c" providerId="LiveId" clId="{2E718059-AB46-47FA-9A4B-D279DA837184}" dt="2026-07-15T05:51:51.200" v="557" actId="47"/>
        <pc:sldMkLst>
          <pc:docMk/>
          <pc:sldMk cId="1340818342" sldId="279"/>
        </pc:sldMkLst>
        <pc:spChg chg="add del mod">
          <ac:chgData name="nyalakondahimavath999@outlook.com" userId="adf4c9f98c48df4c" providerId="LiveId" clId="{2E718059-AB46-47FA-9A4B-D279DA837184}" dt="2026-07-15T05:51:05.322" v="549" actId="478"/>
          <ac:spMkLst>
            <pc:docMk/>
            <pc:sldMk cId="1340818342" sldId="279"/>
            <ac:spMk id="8" creationId="{D87A733E-6A92-2D88-4F3F-3F7879D66E97}"/>
          </ac:spMkLst>
        </pc:spChg>
        <pc:spChg chg="del mod">
          <ac:chgData name="nyalakondahimavath999@outlook.com" userId="adf4c9f98c48df4c" providerId="LiveId" clId="{2E718059-AB46-47FA-9A4B-D279DA837184}" dt="2026-07-15T05:50:46.556" v="542"/>
          <ac:spMkLst>
            <pc:docMk/>
            <pc:sldMk cId="1340818342" sldId="279"/>
            <ac:spMk id="9" creationId="{D21F5623-F22F-086A-757D-963DD3C750EC}"/>
          </ac:spMkLst>
        </pc:spChg>
        <pc:picChg chg="add del mod">
          <ac:chgData name="nyalakondahimavath999@outlook.com" userId="adf4c9f98c48df4c" providerId="LiveId" clId="{2E718059-AB46-47FA-9A4B-D279DA837184}" dt="2026-07-15T05:51:46.295" v="556" actId="478"/>
          <ac:picMkLst>
            <pc:docMk/>
            <pc:sldMk cId="1340818342" sldId="279"/>
            <ac:picMk id="11" creationId="{A4FB9966-36F4-2DBE-B84F-29E4E97FC477}"/>
          </ac:picMkLst>
        </pc:picChg>
      </pc:sldChg>
      <pc:sldChg chg="addSp delSp modSp add mod ord">
        <pc:chgData name="nyalakondahimavath999@outlook.com" userId="adf4c9f98c48df4c" providerId="LiveId" clId="{2E718059-AB46-47FA-9A4B-D279DA837184}" dt="2026-07-15T05:57:03.194" v="583" actId="207"/>
        <pc:sldMkLst>
          <pc:docMk/>
          <pc:sldMk cId="1653042328" sldId="279"/>
        </pc:sldMkLst>
        <pc:spChg chg="del mod">
          <ac:chgData name="nyalakondahimavath999@outlook.com" userId="adf4c9f98c48df4c" providerId="LiveId" clId="{2E718059-AB46-47FA-9A4B-D279DA837184}" dt="2026-07-15T05:55:55.504" v="568"/>
          <ac:spMkLst>
            <pc:docMk/>
            <pc:sldMk cId="1653042328" sldId="279"/>
            <ac:spMk id="8" creationId="{4B0616C2-E6F4-74B7-5218-76689138598B}"/>
          </ac:spMkLst>
        </pc:spChg>
        <pc:graphicFrameChg chg="add mod modGraphic">
          <ac:chgData name="nyalakondahimavath999@outlook.com" userId="adf4c9f98c48df4c" providerId="LiveId" clId="{2E718059-AB46-47FA-9A4B-D279DA837184}" dt="2026-07-15T05:57:03.194" v="583" actId="207"/>
          <ac:graphicFrameMkLst>
            <pc:docMk/>
            <pc:sldMk cId="1653042328" sldId="279"/>
            <ac:graphicFrameMk id="6" creationId="{4B1CB76B-8E7A-DBAB-27A3-5FA0E87D80F7}"/>
          </ac:graphicFrameMkLst>
        </pc:graphicFrameChg>
      </pc:sldChg>
      <pc:sldChg chg="delSp modSp add del mod">
        <pc:chgData name="nyalakondahimavath999@outlook.com" userId="adf4c9f98c48df4c" providerId="LiveId" clId="{2E718059-AB46-47FA-9A4B-D279DA837184}" dt="2026-07-15T05:55:33.440" v="564" actId="47"/>
        <pc:sldMkLst>
          <pc:docMk/>
          <pc:sldMk cId="3572302740" sldId="279"/>
        </pc:sldMkLst>
        <pc:spChg chg="del mod">
          <ac:chgData name="nyalakondahimavath999@outlook.com" userId="adf4c9f98c48df4c" providerId="LiveId" clId="{2E718059-AB46-47FA-9A4B-D279DA837184}" dt="2026-07-15T05:55:32.406" v="563"/>
          <ac:spMkLst>
            <pc:docMk/>
            <pc:sldMk cId="3572302740" sldId="279"/>
            <ac:spMk id="9" creationId="{7A71EFA1-C8F8-006B-79BF-3850A32FCBAB}"/>
          </ac:spMkLst>
        </pc:spChg>
      </pc:sldChg>
      <pc:sldChg chg="del">
        <pc:chgData name="nyalakondahimavath999@outlook.com" userId="adf4c9f98c48df4c" providerId="LiveId" clId="{2E718059-AB46-47FA-9A4B-D279DA837184}" dt="2026-07-15T04:12:01.702" v="172" actId="47"/>
        <pc:sldMkLst>
          <pc:docMk/>
          <pc:sldMk cId="579304399" sldId="280"/>
        </pc:sldMkLst>
      </pc:sldChg>
      <pc:sldChg chg="del">
        <pc:chgData name="nyalakondahimavath999@outlook.com" userId="adf4c9f98c48df4c" providerId="LiveId" clId="{2E718059-AB46-47FA-9A4B-D279DA837184}" dt="2026-07-15T04:12:01.511" v="171" actId="47"/>
        <pc:sldMkLst>
          <pc:docMk/>
          <pc:sldMk cId="312821059" sldId="281"/>
        </pc:sldMkLst>
      </pc:sldChg>
      <pc:sldChg chg="del">
        <pc:chgData name="nyalakondahimavath999@outlook.com" userId="adf4c9f98c48df4c" providerId="LiveId" clId="{2E718059-AB46-47FA-9A4B-D279DA837184}" dt="2026-07-15T04:12:00.987" v="169" actId="47"/>
        <pc:sldMkLst>
          <pc:docMk/>
          <pc:sldMk cId="0" sldId="28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3052F2-66C2-429C-A244-AECBFCEB5242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BAEA50-DA90-41CE-B29F-595B598751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1587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74905" y="250733"/>
            <a:ext cx="7361555" cy="899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10175" y="1548430"/>
            <a:ext cx="8964930" cy="32473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04091" y="6486080"/>
            <a:ext cx="205104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08993" y="5163083"/>
            <a:ext cx="3124200" cy="6412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Presented by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000" dirty="0">
                <a:solidFill>
                  <a:srgbClr val="0C0C0C"/>
                </a:solidFill>
                <a:latin typeface="Times New Roman"/>
                <a:cs typeface="Times New Roman"/>
              </a:rPr>
              <a:t>N Himavath (192472228)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9337" y="383744"/>
            <a:ext cx="1135115" cy="134288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00829" y="380491"/>
            <a:ext cx="1520112" cy="134288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905000" y="2514600"/>
            <a:ext cx="8610600" cy="1795363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lvl="1" algn="l">
              <a:tabLst>
                <a:tab pos="0" algn="l"/>
              </a:tabLst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Efficient </a:t>
            </a:r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Regular Expression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Patterns for </a:t>
            </a:r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  Extraction</a:t>
            </a:r>
            <a:r>
              <a:rPr lang="en-US" sz="2800" b="1" u="none" strike="noStrike" dirty="0">
                <a:solidFill>
                  <a:srgbClr val="FFFFFF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Policy</a:t>
            </a:r>
            <a:r>
              <a:rPr lang="en-US" sz="4000" b="0" u="none" strike="noStrike" dirty="0">
                <a:solidFill>
                  <a:srgbClr val="FFFFFF"/>
                </a:solidFill>
                <a:effectLst/>
                <a:uFillTx/>
                <a:latin typeface="DM Sans ExtraBold"/>
              </a:rPr>
              <a:t>: Ola vs Government over Toll Fee Tran</a:t>
            </a:r>
            <a:endParaRPr lang="en-US" sz="4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863642" y="380491"/>
            <a:ext cx="40170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 dirty="0"/>
              <a:t>SIMATS</a:t>
            </a:r>
            <a:r>
              <a:rPr sz="2800" spc="-125" dirty="0"/>
              <a:t> </a:t>
            </a:r>
            <a:r>
              <a:rPr sz="2800" spc="-10" dirty="0"/>
              <a:t>ENGINEERING</a:t>
            </a:r>
            <a:endParaRPr sz="2800"/>
          </a:p>
        </p:txBody>
      </p:sp>
      <p:sp>
        <p:nvSpPr>
          <p:cNvPr id="9" name="object 9"/>
          <p:cNvSpPr txBox="1"/>
          <p:nvPr/>
        </p:nvSpPr>
        <p:spPr>
          <a:xfrm>
            <a:off x="3291528" y="815340"/>
            <a:ext cx="510222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58240" marR="5080" indent="-1146175">
              <a:lnSpc>
                <a:spcPct val="100000"/>
              </a:lnSpc>
              <a:spcBef>
                <a:spcPts val="100"/>
              </a:spcBef>
            </a:pPr>
            <a:r>
              <a:rPr sz="2000" b="1" spc="-55" dirty="0">
                <a:latin typeface="Times New Roman"/>
                <a:cs typeface="Times New Roman"/>
              </a:rPr>
              <a:t>SAVEETHA</a:t>
            </a:r>
            <a:r>
              <a:rPr sz="2000" b="1" spc="-11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INSTITUTE</a:t>
            </a:r>
            <a:r>
              <a:rPr sz="2000" b="1" dirty="0">
                <a:latin typeface="Times New Roman"/>
                <a:cs typeface="Times New Roman"/>
              </a:rPr>
              <a:t> OF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MEDICAL</a:t>
            </a:r>
            <a:r>
              <a:rPr sz="2000" b="1" spc="-22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AND TECHNICAL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SCIENCES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65035" y="232445"/>
            <a:ext cx="7831365" cy="811247"/>
          </a:xfrm>
          <a:prstGeom prst="rect">
            <a:avLst/>
          </a:prstGeom>
        </p:spPr>
        <p:txBody>
          <a:bodyPr vert="horz" wrap="square" lIns="0" tIns="315721" rIns="0" bIns="0" rtlCol="0">
            <a:spAutoFit/>
          </a:bodyPr>
          <a:lstStyle/>
          <a:p>
            <a:pPr marL="1367155" algn="ctr">
              <a:lnSpc>
                <a:spcPct val="100000"/>
              </a:lnSpc>
              <a:spcBef>
                <a:spcPts val="100"/>
              </a:spcBef>
            </a:pPr>
            <a:r>
              <a:rPr lang="en-US" spc="-40" dirty="0">
                <a:solidFill>
                  <a:schemeClr val="accent2"/>
                </a:solidFill>
              </a:rPr>
              <a:t>I</a:t>
            </a:r>
            <a:r>
              <a:rPr lang="en-IN" spc="-40" dirty="0">
                <a:solidFill>
                  <a:schemeClr val="accent2"/>
                </a:solidFill>
              </a:rPr>
              <a:t>NTRODUCTION</a:t>
            </a:r>
            <a:endParaRPr spc="-40" dirty="0">
              <a:solidFill>
                <a:schemeClr val="accent2"/>
              </a:solidFill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9920" y="173338"/>
            <a:ext cx="1135115" cy="134288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86799" y="173338"/>
            <a:ext cx="1520112" cy="134288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1276659" y="6467792"/>
            <a:ext cx="205104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4">
                <a:extLst>
                  <a:ext uri="{FF2B5EF4-FFF2-40B4-BE49-F238E27FC236}">
                    <a16:creationId xmlns:a16="http://schemas.microsoft.com/office/drawing/2014/main" id="{09C2D191-0F2A-7828-A0C7-C7EFCDD730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329920" y="1334686"/>
                <a:ext cx="10261880" cy="585955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IN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Definition :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Regex is a specialized text-searching tool used by software to find flexible pattern rather than looking for exact words.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Automated Information Extraction:</a:t>
                </a:r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acts as a digital magnet, automatically scanning millions of words of messy, unorganized text to instantly pull out the clean data you need.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Workflow: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Ingestion </a:t>
                </a:r>
                <a14:m>
                  <m:oMath xmlns:m="http://schemas.openxmlformats.org/officeDocument/2006/math">
                    <m:r>
                      <a:rPr lang="en-IN"/>
                      <m:t>→</m:t>
                    </m:r>
                  </m:oMath>
                </a14:m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Loading Pattern </a:t>
                </a:r>
                <a14:m>
                  <m:oMath xmlns:m="http://schemas.openxmlformats.org/officeDocument/2006/math">
                    <m:r>
                      <a:rPr lang="en-IN"/>
                      <m:t>→</m:t>
                    </m:r>
                  </m:oMath>
                </a14:m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Scanning Text </a:t>
                </a:r>
                <a14:m>
                  <m:oMath xmlns:m="http://schemas.openxmlformats.org/officeDocument/2006/math">
                    <m:r>
                      <a:rPr lang="en-IN"/>
                      <m:t>→</m:t>
                    </m:r>
                  </m:oMath>
                </a14:m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Isolating Matches </a:t>
                </a:r>
                <a14:m>
                  <m:oMath xmlns:m="http://schemas.openxmlformats.org/officeDocument/2006/math">
                    <m:r>
                      <a:rPr lang="en-IN"/>
                      <m:t>→</m:t>
                    </m:r>
                  </m:oMath>
                </a14:m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Saving to Database.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Understanding the Flow: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Raw text enters the system, the regex engine filters out the noise character-by-character, and the matching gems are instantly structured.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Pattern Concept: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You instruct the computer to match text based on its rules and shapes instead of a single fixed value.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Rectangle 4">
                <a:extLst>
                  <a:ext uri="{FF2B5EF4-FFF2-40B4-BE49-F238E27FC236}">
                    <a16:creationId xmlns:a16="http://schemas.microsoft.com/office/drawing/2014/main" id="{09C2D191-0F2A-7828-A0C7-C7EFCDD730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 rot="10800000" flipV="1">
                <a:off x="329920" y="1334686"/>
                <a:ext cx="10261880" cy="5859553"/>
              </a:xfrm>
              <a:prstGeom prst="rect">
                <a:avLst/>
              </a:prstGeom>
              <a:blipFill>
                <a:blip r:embed="rId4"/>
                <a:stretch>
                  <a:fillRect l="-47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8C838-6EA3-D664-29E3-0BDE8B482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9A90859-70B5-595C-6612-DF941DC8C7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65035" y="232445"/>
            <a:ext cx="8364765" cy="811247"/>
          </a:xfrm>
          <a:prstGeom prst="rect">
            <a:avLst/>
          </a:prstGeom>
        </p:spPr>
        <p:txBody>
          <a:bodyPr vert="horz" wrap="square" lIns="0" tIns="315721" rIns="0" bIns="0" rtlCol="0">
            <a:spAutoFit/>
          </a:bodyPr>
          <a:lstStyle/>
          <a:p>
            <a:pPr marL="1367155" algn="ctr">
              <a:lnSpc>
                <a:spcPct val="100000"/>
              </a:lnSpc>
              <a:spcBef>
                <a:spcPts val="100"/>
              </a:spcBef>
            </a:pPr>
            <a:r>
              <a:rPr lang="en-US" spc="-40" dirty="0">
                <a:solidFill>
                  <a:schemeClr val="accent2"/>
                </a:solidFill>
              </a:rPr>
              <a:t>H</a:t>
            </a:r>
            <a:r>
              <a:rPr lang="en-IN" spc="-40" dirty="0">
                <a:solidFill>
                  <a:schemeClr val="accent2"/>
                </a:solidFill>
              </a:rPr>
              <a:t>OW IT WORKS</a:t>
            </a:r>
            <a:endParaRPr spc="-40" dirty="0">
              <a:solidFill>
                <a:schemeClr val="accent2"/>
              </a:solidFill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9DBACA45-4A4E-A50F-A962-46A130C9A1E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9920" y="173338"/>
            <a:ext cx="1135115" cy="1342882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74611FCB-B4C5-B5DD-DB16-3FB3165F9D3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86799" y="173338"/>
            <a:ext cx="1520112" cy="1342882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F56FF8BD-151A-40F1-C5FE-A9FD8A4E8483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276659" y="6467792"/>
            <a:ext cx="205104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0F293D3-5340-2A80-0E06-6B96CF2EB6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920" y="5234146"/>
            <a:ext cx="7025125" cy="9197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24DAE9-D4B8-5CA9-6B6D-BC533F79C884}"/>
              </a:ext>
            </a:extLst>
          </p:cNvPr>
          <p:cNvSpPr txBox="1"/>
          <p:nvPr/>
        </p:nvSpPr>
        <p:spPr>
          <a:xfrm>
            <a:off x="329921" y="1516220"/>
            <a:ext cx="11023880" cy="51785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Reading the Blueprint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:The regex engine loads your specific pattern rules into the computer's memory, setting up the exact character roadmap it needs to follow.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Character-by-Character Scanning: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engine begins crawling through the raw text file, checking it one single letter, number, or symbol at a time from left to right.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Evaluating Structural Matches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:As it scans, the engine tests the text against your blueprint rules, verifying sequences like "three numbers followed by a dash."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Filtering and Skipping Noise: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the text does not fit the structural rules, the engine instantly discards it, skipping over regular paragraphs to find data gems.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5: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Extracting and Exporting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:Once a complete match is found, the engine isolates those specific characters, pulls them out of the text, and routes them to a database</a:t>
            </a:r>
          </a:p>
          <a:p>
            <a:pPr marL="342900" indent="-342900">
              <a:lnSpc>
                <a:spcPct val="200000"/>
              </a:lnSpc>
              <a:buClr>
                <a:srgbClr val="FFFFFF"/>
              </a:buClr>
              <a:buFont typeface="Arial" panose="020B0604020202020204" pitchFamily="34" charset="0"/>
              <a:buChar char="•"/>
            </a:pP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1679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371E346-0D46-FEB1-BCF5-29942D6B7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0BDADC2-78F0-C0A7-F506-2C1C28ECC2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0" y="200770"/>
            <a:ext cx="6934200" cy="811247"/>
          </a:xfrm>
          <a:prstGeom prst="rect">
            <a:avLst/>
          </a:prstGeom>
        </p:spPr>
        <p:txBody>
          <a:bodyPr vert="horz" wrap="square" lIns="0" tIns="315721" rIns="0" bIns="0" rtlCol="0">
            <a:spAutoFit/>
          </a:bodyPr>
          <a:lstStyle/>
          <a:p>
            <a:pPr marL="1367155" algn="ctr">
              <a:lnSpc>
                <a:spcPct val="100000"/>
              </a:lnSpc>
              <a:spcBef>
                <a:spcPts val="100"/>
              </a:spcBef>
            </a:pPr>
            <a:r>
              <a:rPr lang="en-US" spc="-40" dirty="0">
                <a:solidFill>
                  <a:schemeClr val="accent2"/>
                </a:solidFill>
              </a:rPr>
              <a:t>R</a:t>
            </a:r>
            <a:r>
              <a:rPr lang="en-IN" spc="-40" dirty="0">
                <a:solidFill>
                  <a:schemeClr val="accent2"/>
                </a:solidFill>
              </a:rPr>
              <a:t>EAL –WORLD EXAMPLES</a:t>
            </a:r>
            <a:endParaRPr spc="-40" dirty="0">
              <a:solidFill>
                <a:schemeClr val="accent2"/>
              </a:solidFill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264BE1AD-C94B-619A-F8FE-EE4265D7E65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9920" y="173338"/>
            <a:ext cx="1135115" cy="1342882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5751E936-A62F-D8F9-CEF5-7E103132159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86799" y="173338"/>
            <a:ext cx="1520112" cy="1342882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B101A0BA-813C-7240-5B8B-E13F39A12E6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276659" y="6467792"/>
            <a:ext cx="205104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B1CB76B-8E7A-DBAB-27A3-5FA0E87D80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1130939"/>
              </p:ext>
            </p:extLst>
          </p:nvPr>
        </p:nvGraphicFramePr>
        <p:xfrm>
          <a:off x="2057400" y="1676400"/>
          <a:ext cx="8102598" cy="33527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866">
                  <a:extLst>
                    <a:ext uri="{9D8B030D-6E8A-4147-A177-3AD203B41FA5}">
                      <a16:colId xmlns:a16="http://schemas.microsoft.com/office/drawing/2014/main" val="3977407279"/>
                    </a:ext>
                  </a:extLst>
                </a:gridCol>
                <a:gridCol w="2700866">
                  <a:extLst>
                    <a:ext uri="{9D8B030D-6E8A-4147-A177-3AD203B41FA5}">
                      <a16:colId xmlns:a16="http://schemas.microsoft.com/office/drawing/2014/main" val="1904483036"/>
                    </a:ext>
                  </a:extLst>
                </a:gridCol>
                <a:gridCol w="2700866">
                  <a:extLst>
                    <a:ext uri="{9D8B030D-6E8A-4147-A177-3AD203B41FA5}">
                      <a16:colId xmlns:a16="http://schemas.microsoft.com/office/drawing/2014/main" val="704302493"/>
                    </a:ext>
                  </a:extLst>
                </a:gridCol>
              </a:tblGrid>
              <a:tr h="635498">
                <a:tc>
                  <a:txBody>
                    <a:bodyPr/>
                    <a:lstStyle/>
                    <a:p>
                      <a:pPr algn="l" fontAlgn="t">
                        <a:lnSpc>
                          <a:spcPts val="1800"/>
                        </a:lnSpc>
                        <a:buNone/>
                      </a:pPr>
                      <a:r>
                        <a:rPr lang="en-IN" sz="1275" b="1" dirty="0">
                          <a:solidFill>
                            <a:schemeClr val="tx1"/>
                          </a:solidFill>
                          <a:effectLst/>
                        </a:rPr>
                        <a:t>Data Type</a:t>
                      </a:r>
                      <a:endParaRPr lang="en-IN" sz="1275" b="1" i="0" dirty="0">
                        <a:solidFill>
                          <a:schemeClr val="tx1"/>
                        </a:solidFill>
                        <a:effectLst/>
                        <a:latin typeface="Google Sans Flex"/>
                      </a:endParaRPr>
                    </a:p>
                  </a:txBody>
                  <a:tcPr marT="91440" marB="12192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800"/>
                        </a:lnSpc>
                        <a:buNone/>
                      </a:pPr>
                      <a:r>
                        <a:rPr lang="en-IN" sz="1275" b="1">
                          <a:solidFill>
                            <a:schemeClr val="tx1"/>
                          </a:solidFill>
                          <a:effectLst/>
                        </a:rPr>
                        <a:t>Extracted Value</a:t>
                      </a:r>
                      <a:endParaRPr lang="en-IN" sz="1275" b="1" i="0">
                        <a:solidFill>
                          <a:schemeClr val="tx1"/>
                        </a:solidFill>
                        <a:effectLst/>
                        <a:latin typeface="Google Sans Flex"/>
                      </a:endParaRPr>
                    </a:p>
                  </a:txBody>
                  <a:tcPr marT="91440" marB="12192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800"/>
                        </a:lnSpc>
                        <a:buNone/>
                      </a:pPr>
                      <a:r>
                        <a:rPr lang="en-IN" sz="1275" b="1">
                          <a:solidFill>
                            <a:schemeClr val="tx1"/>
                          </a:solidFill>
                          <a:effectLst/>
                        </a:rPr>
                        <a:t>Status</a:t>
                      </a:r>
                      <a:endParaRPr lang="en-IN" sz="1275" b="1" i="0">
                        <a:solidFill>
                          <a:schemeClr val="tx1"/>
                        </a:solidFill>
                        <a:effectLst/>
                        <a:latin typeface="Google Sans Flex"/>
                      </a:endParaRPr>
                    </a:p>
                  </a:txBody>
                  <a:tcPr marT="91440" marB="121920"/>
                </a:tc>
                <a:extLst>
                  <a:ext uri="{0D108BD9-81ED-4DB2-BD59-A6C34878D82A}">
                    <a16:rowId xmlns:a16="http://schemas.microsoft.com/office/drawing/2014/main" val="1305180911"/>
                  </a:ext>
                </a:extLst>
              </a:tr>
              <a:tr h="679325">
                <a:tc>
                  <a:txBody>
                    <a:bodyPr/>
                    <a:lstStyle/>
                    <a:p>
                      <a:pPr algn="l" fontAlgn="t">
                        <a:lnSpc>
                          <a:spcPts val="1800"/>
                        </a:lnSpc>
                        <a:buNone/>
                      </a:pPr>
                      <a:r>
                        <a:rPr lang="en-IN" sz="1275" b="1">
                          <a:solidFill>
                            <a:schemeClr val="tx1"/>
                          </a:solidFill>
                          <a:effectLst/>
                        </a:rPr>
                        <a:t>Primary Email</a:t>
                      </a:r>
                      <a:endParaRPr lang="en-IN" sz="1275" b="1" i="0">
                        <a:solidFill>
                          <a:schemeClr val="tx1"/>
                        </a:solidFill>
                        <a:effectLst/>
                        <a:latin typeface="Google Sans Flex"/>
                      </a:endParaRPr>
                    </a:p>
                  </a:txBody>
                  <a:tcPr marT="121920" marB="12192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800"/>
                        </a:lnSpc>
                        <a:buNone/>
                      </a:pPr>
                      <a:r>
                        <a:rPr lang="en-IN" sz="1275" b="1">
                          <a:solidFill>
                            <a:schemeClr val="tx1"/>
                          </a:solidFill>
                          <a:effectLst/>
                        </a:rPr>
                        <a:t>contact@company.com</a:t>
                      </a:r>
                      <a:endParaRPr lang="en-IN" sz="1275" b="1" i="0">
                        <a:solidFill>
                          <a:schemeClr val="tx1"/>
                        </a:solidFill>
                        <a:effectLst/>
                        <a:latin typeface="Google Sans Flex"/>
                      </a:endParaRPr>
                    </a:p>
                  </a:txBody>
                  <a:tcPr marT="121920" marB="12192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800"/>
                        </a:lnSpc>
                        <a:buNone/>
                      </a:pPr>
                      <a:r>
                        <a:rPr lang="en-IN" sz="1275" b="1">
                          <a:solidFill>
                            <a:schemeClr val="tx1"/>
                          </a:solidFill>
                          <a:effectLst/>
                        </a:rPr>
                        <a:t>Verified &amp; Clean</a:t>
                      </a:r>
                      <a:endParaRPr lang="en-IN" sz="1275" b="1" i="0">
                        <a:solidFill>
                          <a:schemeClr val="tx1"/>
                        </a:solidFill>
                        <a:effectLst/>
                        <a:latin typeface="Google Sans Flex"/>
                      </a:endParaRPr>
                    </a:p>
                  </a:txBody>
                  <a:tcPr marT="121920" marB="121920"/>
                </a:tc>
                <a:extLst>
                  <a:ext uri="{0D108BD9-81ED-4DB2-BD59-A6C34878D82A}">
                    <a16:rowId xmlns:a16="http://schemas.microsoft.com/office/drawing/2014/main" val="482870016"/>
                  </a:ext>
                </a:extLst>
              </a:tr>
              <a:tr h="679325">
                <a:tc>
                  <a:txBody>
                    <a:bodyPr/>
                    <a:lstStyle/>
                    <a:p>
                      <a:pPr algn="l" fontAlgn="t">
                        <a:lnSpc>
                          <a:spcPts val="1800"/>
                        </a:lnSpc>
                        <a:buNone/>
                      </a:pPr>
                      <a:r>
                        <a:rPr lang="en-IN" sz="1275" b="1" dirty="0">
                          <a:solidFill>
                            <a:schemeClr val="tx1"/>
                          </a:solidFill>
                          <a:effectLst/>
                        </a:rPr>
                        <a:t>Secondary Email</a:t>
                      </a:r>
                      <a:endParaRPr lang="en-IN" sz="1275" b="1" i="0" dirty="0">
                        <a:solidFill>
                          <a:schemeClr val="tx1"/>
                        </a:solidFill>
                        <a:effectLst/>
                        <a:latin typeface="Google Sans Flex"/>
                      </a:endParaRPr>
                    </a:p>
                  </a:txBody>
                  <a:tcPr marT="121920" marB="12192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800"/>
                        </a:lnSpc>
                        <a:buNone/>
                      </a:pPr>
                      <a:r>
                        <a:rPr lang="en-IN" sz="1275" b="1">
                          <a:solidFill>
                            <a:schemeClr val="tx1"/>
                          </a:solidFill>
                          <a:effectLst/>
                        </a:rPr>
                        <a:t>billing-support@net.org</a:t>
                      </a:r>
                      <a:endParaRPr lang="en-IN" sz="1275" b="1" i="0">
                        <a:solidFill>
                          <a:schemeClr val="tx1"/>
                        </a:solidFill>
                        <a:effectLst/>
                        <a:latin typeface="Google Sans Flex"/>
                      </a:endParaRPr>
                    </a:p>
                  </a:txBody>
                  <a:tcPr marT="121920" marB="12192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800"/>
                        </a:lnSpc>
                        <a:buNone/>
                      </a:pPr>
                      <a:r>
                        <a:rPr lang="en-IN" sz="1275" b="1">
                          <a:solidFill>
                            <a:schemeClr val="tx1"/>
                          </a:solidFill>
                          <a:effectLst/>
                        </a:rPr>
                        <a:t>Verified &amp; Clean</a:t>
                      </a:r>
                      <a:endParaRPr lang="en-IN" sz="1275" b="1" i="0">
                        <a:solidFill>
                          <a:schemeClr val="tx1"/>
                        </a:solidFill>
                        <a:effectLst/>
                        <a:latin typeface="Google Sans Flex"/>
                      </a:endParaRPr>
                    </a:p>
                  </a:txBody>
                  <a:tcPr marT="121920" marB="121920"/>
                </a:tc>
                <a:extLst>
                  <a:ext uri="{0D108BD9-81ED-4DB2-BD59-A6C34878D82A}">
                    <a16:rowId xmlns:a16="http://schemas.microsoft.com/office/drawing/2014/main" val="1056940728"/>
                  </a:ext>
                </a:extLst>
              </a:tr>
              <a:tr h="679325">
                <a:tc>
                  <a:txBody>
                    <a:bodyPr/>
                    <a:lstStyle/>
                    <a:p>
                      <a:pPr algn="l" fontAlgn="t">
                        <a:lnSpc>
                          <a:spcPts val="1800"/>
                        </a:lnSpc>
                        <a:buNone/>
                      </a:pPr>
                      <a:r>
                        <a:rPr lang="en-IN" sz="1275" b="1">
                          <a:solidFill>
                            <a:schemeClr val="tx1"/>
                          </a:solidFill>
                          <a:effectLst/>
                        </a:rPr>
                        <a:t>Deadline Date</a:t>
                      </a:r>
                      <a:endParaRPr lang="en-IN" sz="1275" b="1" i="0">
                        <a:solidFill>
                          <a:schemeClr val="tx1"/>
                        </a:solidFill>
                        <a:effectLst/>
                        <a:latin typeface="Google Sans Flex"/>
                      </a:endParaRPr>
                    </a:p>
                  </a:txBody>
                  <a:tcPr marT="121920" marB="12192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800"/>
                        </a:lnSpc>
                        <a:buNone/>
                      </a:pPr>
                      <a:r>
                        <a:rPr lang="en-IN" sz="1275" b="1">
                          <a:solidFill>
                            <a:schemeClr val="tx1"/>
                          </a:solidFill>
                          <a:effectLst/>
                        </a:rPr>
                        <a:t>2026-07-15</a:t>
                      </a:r>
                      <a:endParaRPr lang="en-IN" sz="1275" b="1" i="0">
                        <a:solidFill>
                          <a:schemeClr val="tx1"/>
                        </a:solidFill>
                        <a:effectLst/>
                        <a:latin typeface="Google Sans Flex"/>
                      </a:endParaRPr>
                    </a:p>
                  </a:txBody>
                  <a:tcPr marT="121920" marB="12192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800"/>
                        </a:lnSpc>
                        <a:buNone/>
                      </a:pPr>
                      <a:r>
                        <a:rPr lang="en-IN" sz="1275" b="1">
                          <a:solidFill>
                            <a:schemeClr val="tx1"/>
                          </a:solidFill>
                          <a:effectLst/>
                        </a:rPr>
                        <a:t>Validated Format</a:t>
                      </a:r>
                      <a:endParaRPr lang="en-IN" sz="1275" b="1" i="0">
                        <a:solidFill>
                          <a:schemeClr val="tx1"/>
                        </a:solidFill>
                        <a:effectLst/>
                        <a:latin typeface="Google Sans Flex"/>
                      </a:endParaRPr>
                    </a:p>
                  </a:txBody>
                  <a:tcPr marT="121920" marB="121920"/>
                </a:tc>
                <a:extLst>
                  <a:ext uri="{0D108BD9-81ED-4DB2-BD59-A6C34878D82A}">
                    <a16:rowId xmlns:a16="http://schemas.microsoft.com/office/drawing/2014/main" val="803169397"/>
                  </a:ext>
                </a:extLst>
              </a:tr>
              <a:tr h="679325">
                <a:tc>
                  <a:txBody>
                    <a:bodyPr/>
                    <a:lstStyle/>
                    <a:p>
                      <a:pPr algn="l" fontAlgn="t">
                        <a:lnSpc>
                          <a:spcPts val="1800"/>
                        </a:lnSpc>
                        <a:buNone/>
                      </a:pPr>
                      <a:r>
                        <a:rPr lang="en-IN" sz="1275" b="1">
                          <a:solidFill>
                            <a:schemeClr val="tx1"/>
                          </a:solidFill>
                          <a:effectLst/>
                        </a:rPr>
                        <a:t>Phone Number</a:t>
                      </a:r>
                      <a:endParaRPr lang="en-IN" sz="1275" b="1" i="0">
                        <a:solidFill>
                          <a:schemeClr val="tx1"/>
                        </a:solidFill>
                        <a:effectLst/>
                        <a:latin typeface="Google Sans Flex"/>
                      </a:endParaRPr>
                    </a:p>
                  </a:txBody>
                  <a:tcPr marT="121920" marB="12192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800"/>
                        </a:lnSpc>
                        <a:buNone/>
                      </a:pPr>
                      <a:r>
                        <a:rPr lang="en-IN" sz="1275" b="1">
                          <a:solidFill>
                            <a:schemeClr val="tx1"/>
                          </a:solidFill>
                          <a:effectLst/>
                        </a:rPr>
                        <a:t>(555) 019-2834</a:t>
                      </a:r>
                      <a:endParaRPr lang="en-IN" sz="1275" b="1" i="0">
                        <a:solidFill>
                          <a:schemeClr val="tx1"/>
                        </a:solidFill>
                        <a:effectLst/>
                        <a:latin typeface="Google Sans Flex"/>
                      </a:endParaRPr>
                    </a:p>
                  </a:txBody>
                  <a:tcPr marT="121920" marB="12192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800"/>
                        </a:lnSpc>
                        <a:buNone/>
                      </a:pPr>
                      <a:r>
                        <a:rPr lang="en-IN" sz="1275" b="1" dirty="0">
                          <a:solidFill>
                            <a:schemeClr val="tx1"/>
                          </a:solidFill>
                          <a:effectLst/>
                        </a:rPr>
                        <a:t>Standardized</a:t>
                      </a:r>
                      <a:endParaRPr lang="en-IN" sz="1275" b="1" i="0" dirty="0">
                        <a:solidFill>
                          <a:schemeClr val="tx1"/>
                        </a:solidFill>
                        <a:effectLst/>
                        <a:latin typeface="Google Sans Flex"/>
                      </a:endParaRPr>
                    </a:p>
                  </a:txBody>
                  <a:tcPr marT="121920" marB="121920"/>
                </a:tc>
                <a:extLst>
                  <a:ext uri="{0D108BD9-81ED-4DB2-BD59-A6C34878D82A}">
                    <a16:rowId xmlns:a16="http://schemas.microsoft.com/office/drawing/2014/main" val="9340286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3042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B6BD4D4-D207-A33D-A7C8-F3FD4A734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B1D2373-A473-25F2-7700-7B206D6726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0" y="200770"/>
            <a:ext cx="6934200" cy="811247"/>
          </a:xfrm>
          <a:prstGeom prst="rect">
            <a:avLst/>
          </a:prstGeom>
        </p:spPr>
        <p:txBody>
          <a:bodyPr vert="horz" wrap="square" lIns="0" tIns="315721" rIns="0" bIns="0" rtlCol="0">
            <a:spAutoFit/>
          </a:bodyPr>
          <a:lstStyle/>
          <a:p>
            <a:pPr marL="1367155" algn="ctr">
              <a:lnSpc>
                <a:spcPct val="100000"/>
              </a:lnSpc>
              <a:spcBef>
                <a:spcPts val="100"/>
              </a:spcBef>
            </a:pPr>
            <a:r>
              <a:rPr lang="en-US" spc="-40" dirty="0">
                <a:solidFill>
                  <a:schemeClr val="accent2"/>
                </a:solidFill>
              </a:rPr>
              <a:t>R</a:t>
            </a:r>
            <a:r>
              <a:rPr lang="en-IN" spc="-40" dirty="0">
                <a:solidFill>
                  <a:schemeClr val="accent2"/>
                </a:solidFill>
              </a:rPr>
              <a:t>EAL –WORLD EXAMPLES</a:t>
            </a:r>
            <a:endParaRPr spc="-40" dirty="0">
              <a:solidFill>
                <a:schemeClr val="accent2"/>
              </a:solidFill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B5F152C7-868D-6C0B-1273-7BB312A8962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9920" y="173338"/>
            <a:ext cx="1135115" cy="1342882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B90A5654-1BE7-87A7-7640-26BE2F5436D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86799" y="173338"/>
            <a:ext cx="1520112" cy="1342882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939AD94A-ACD5-7CF4-AA88-B9182320EB01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276659" y="6467792"/>
            <a:ext cx="205104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9ED59F-5492-CD38-FA74-02B75A1C4989}"/>
              </a:ext>
            </a:extLst>
          </p:cNvPr>
          <p:cNvSpPr txBox="1"/>
          <p:nvPr/>
        </p:nvSpPr>
        <p:spPr>
          <a:xfrm>
            <a:off x="457200" y="1752600"/>
            <a:ext cx="10668000" cy="419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Extracting Email Addresses:</a:t>
            </a:r>
            <a:r>
              <a:rPr lang="en-IN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pattern automatically grabs text surrounding the </a:t>
            </a:r>
            <a:r>
              <a:rPr lang="en-IN" b="0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en-IN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symbol while successfully ignoring punctuation marks at the end of sentences.</a:t>
            </a:r>
          </a:p>
          <a:p>
            <a:pPr marL="0" marR="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Unifying Phone Numbers:</a:t>
            </a:r>
            <a:r>
              <a:rPr lang="en-IN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blueprint captures contact numbers uniformly, even if people wrote them using spaces, dashes, parentheses, or country codes.</a:t>
            </a:r>
          </a:p>
          <a:p>
            <a:pPr marL="0" marR="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Isolating Website URLs:</a:t>
            </a:r>
            <a:r>
              <a:rPr lang="en-IN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system instantly copies complex web links out of paragraphs without accidentally cutting off long tracking codes.</a:t>
            </a:r>
          </a:p>
          <a:p>
            <a:pPr marL="0" marR="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Standardizing Calendar Dates:</a:t>
            </a:r>
            <a:r>
              <a:rPr lang="en-IN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engine recognizes global date variations (like day-first vs month-first) while automatically blocking fake dates like a 45th day.</a:t>
            </a:r>
          </a:p>
          <a:p>
            <a:pPr marL="0" marR="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Targeting Tracking IDs:</a:t>
            </a:r>
            <a:r>
              <a:rPr lang="en-IN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pattern pulls out fixed-length codes, such as package shipping serial numbers, credit cards, or customer order IDs.</a:t>
            </a:r>
          </a:p>
        </p:txBody>
      </p:sp>
    </p:spTree>
    <p:extLst>
      <p:ext uri="{BB962C8B-B14F-4D97-AF65-F5344CB8AC3E}">
        <p14:creationId xmlns:p14="http://schemas.microsoft.com/office/powerpoint/2010/main" val="263508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57260C1-C669-8D54-AC24-C63689A3A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513DC5F-436A-2BEA-E7AA-3FD99F2F46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47473" y="457200"/>
            <a:ext cx="7361555" cy="811247"/>
          </a:xfrm>
          <a:prstGeom prst="rect">
            <a:avLst/>
          </a:prstGeom>
        </p:spPr>
        <p:txBody>
          <a:bodyPr vert="horz" wrap="square" lIns="0" tIns="315721" rIns="0" bIns="0" rtlCol="0">
            <a:spAutoFit/>
          </a:bodyPr>
          <a:lstStyle/>
          <a:p>
            <a:pPr marL="1367155">
              <a:lnSpc>
                <a:spcPct val="100000"/>
              </a:lnSpc>
              <a:spcBef>
                <a:spcPts val="100"/>
              </a:spcBef>
            </a:pPr>
            <a:r>
              <a:rPr lang="en-US" spc="-40" dirty="0">
                <a:solidFill>
                  <a:schemeClr val="accent2"/>
                </a:solidFill>
              </a:rPr>
              <a:t>METHODS USED</a:t>
            </a:r>
            <a:endParaRPr spc="-40" dirty="0">
              <a:solidFill>
                <a:schemeClr val="accent2"/>
              </a:solidFill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D4CF369C-1CDF-2E24-C7C9-70B1CC655EA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9920" y="173338"/>
            <a:ext cx="1135115" cy="1342882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BD4E04A5-9BAB-ED63-0720-57FF99A49C9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86799" y="173338"/>
            <a:ext cx="1520112" cy="1342882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66CF4E18-94B6-98AB-8964-57EDD2675D6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276659" y="6467792"/>
            <a:ext cx="205104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6589F2E-4D80-EBC0-8991-526CB40D4A6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33400" y="1794746"/>
            <a:ext cx="10210800" cy="4197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rt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Setting Strict Boundaries: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Developers use special "anchor" markers to tell the engine exactly where to look, skipping millions of unnecessary characters.</a:t>
            </a:r>
          </a:p>
          <a:p>
            <a:pPr marL="285750" indent="-285750" rt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Specific Character Rules: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eliminate guesswork by forcing the computer to look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numbers or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letters in exact positions.</a:t>
            </a:r>
          </a:p>
          <a:p>
            <a:pPr marL="285750" indent="-285750" rt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Applying Non-Capturing Groups: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advanced trick lets the system group text for checks without wasting computer memory on data we do not need.</a:t>
            </a:r>
          </a:p>
          <a:p>
            <a:pPr marL="285750" indent="-285750" rt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Enforcing Safety Timeouts: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Adding a tight time limit forces the system to safely give up on confusing text instead of freezing the software.</a:t>
            </a:r>
          </a:p>
          <a:p>
            <a:pPr marL="285750" indent="-285750" rt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Pre-Compiling the Logic: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Saving the pattern rule into the computer's memory first saves massive amounts of repetitive hardware processing power.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6552288C-9335-285A-1066-11D688F8513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57200" y="4583535"/>
            <a:ext cx="8763000" cy="4580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088202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ECBF70F-AF0D-9656-2AC2-7F5E3266A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D5D9EEC-8500-D01D-E173-0B6B7C4114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47473" y="457200"/>
            <a:ext cx="7361555" cy="1303689"/>
          </a:xfrm>
          <a:prstGeom prst="rect">
            <a:avLst/>
          </a:prstGeom>
        </p:spPr>
        <p:txBody>
          <a:bodyPr vert="horz" wrap="square" lIns="0" tIns="315721" rIns="0" bIns="0" rtlCol="0">
            <a:spAutoFit/>
          </a:bodyPr>
          <a:lstStyle/>
          <a:p>
            <a:pPr marL="1367155">
              <a:lnSpc>
                <a:spcPct val="100000"/>
              </a:lnSpc>
              <a:spcBef>
                <a:spcPts val="100"/>
              </a:spcBef>
            </a:pPr>
            <a:r>
              <a:rPr lang="en-US" spc="-40" dirty="0">
                <a:solidFill>
                  <a:schemeClr val="accent2"/>
                </a:solidFill>
              </a:rPr>
              <a:t>FUTURE SCOPE </a:t>
            </a:r>
            <a:br>
              <a:rPr lang="en-US" spc="-40" dirty="0">
                <a:solidFill>
                  <a:schemeClr val="accent2"/>
                </a:solidFill>
              </a:rPr>
            </a:br>
            <a:endParaRPr spc="-40" dirty="0">
              <a:solidFill>
                <a:schemeClr val="accent2"/>
              </a:solidFill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28D0FC0B-E790-479B-666E-1D675F03191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9920" y="173338"/>
            <a:ext cx="1135115" cy="1342882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EA9CABFB-4988-A3A4-7D56-83B12F24314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86799" y="173338"/>
            <a:ext cx="1520112" cy="1342882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C4AEFCBF-7534-1CE8-C585-C3C439861AB0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276659" y="6467792"/>
            <a:ext cx="205104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1210B4B-7B72-6D15-5B4A-C20638F87B5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33400" y="1586996"/>
            <a:ext cx="10210800" cy="4613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rt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Solving the Data Flood: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topic was chosen because manually sorting through thousands of messy emails and business files is too slow and expensive.</a:t>
            </a:r>
          </a:p>
          <a:p>
            <a:pPr marL="285750" indent="-285750" rt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Preventing System Crashes: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Designing patterns efficiently is mandatory to stop bad data or typos from overloading the computer's processor and freezing applications.</a:t>
            </a:r>
          </a:p>
          <a:p>
            <a:pPr marL="285750" indent="-285750" rt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High-Speed AI Pre-Filter: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future, lightning-fast regex patterns will serve as a cheap filter to clean raw text before it hits expensive AI models.</a:t>
            </a:r>
          </a:p>
          <a:p>
            <a:pPr marL="285750" indent="-285750" rt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Rigid Guardrails for AI Verification: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Text patterns will be heavily used to double-check AI answers, ensuring the system catches fake or hallucinated data instantly.</a:t>
            </a:r>
          </a:p>
          <a:p>
            <a:pPr marL="285750" indent="-285750" rt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Hybrid Engineering Era: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ultimate future of software engineering lies in combining the absolute, rule-based speed of Regex with the human-like understanding of AI.</a:t>
            </a:r>
          </a:p>
          <a:p>
            <a:pPr rtl="0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ABC4C16B-AECF-26F2-04B0-5BC38DB76E03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57200" y="4583535"/>
            <a:ext cx="8763000" cy="4580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46138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288</TotalTime>
  <Words>774</Words>
  <Application>Microsoft Office PowerPoint</Application>
  <PresentationFormat>Widescreen</PresentationFormat>
  <Paragraphs>69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Aptos</vt:lpstr>
      <vt:lpstr>Arial</vt:lpstr>
      <vt:lpstr>Calibri</vt:lpstr>
      <vt:lpstr>DM Sans ExtraBold</vt:lpstr>
      <vt:lpstr>Google Sans Flex</vt:lpstr>
      <vt:lpstr>OpenSymbol</vt:lpstr>
      <vt:lpstr>Times New Roman</vt:lpstr>
      <vt:lpstr>Wingdings</vt:lpstr>
      <vt:lpstr>Office Theme</vt:lpstr>
      <vt:lpstr>SIMATS ENGINEERING</vt:lpstr>
      <vt:lpstr>INTRODUCTION</vt:lpstr>
      <vt:lpstr>HOW IT WORKS</vt:lpstr>
      <vt:lpstr>REAL –WORLD EXAMPLES</vt:lpstr>
      <vt:lpstr>REAL –WORLD EXAMPLES</vt:lpstr>
      <vt:lpstr>METHODS USED</vt:lpstr>
      <vt:lpstr>FUTURE SCOPE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EEA0106 - Capstone Project PPT template.pptx</dc:title>
  <dc:creator>Himavath</dc:creator>
  <cp:lastModifiedBy>nyalakondahimavath999@outlook.com</cp:lastModifiedBy>
  <cp:revision>24</cp:revision>
  <dcterms:created xsi:type="dcterms:W3CDTF">2025-11-14T08:39:07Z</dcterms:created>
  <dcterms:modified xsi:type="dcterms:W3CDTF">2026-07-15T05:57:05Z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2025-11-14T00:00:00Z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2025-11-14T00:00:00Z</vt:filetime>
  </property>
</Properties>
</file>